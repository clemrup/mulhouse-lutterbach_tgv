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2B6D"/>
    <a:srgbClr val="E92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2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C713F8-301B-E7E0-D815-AA8DAD15C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BA601F5-2741-096F-E98F-3FDB76B3C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132C45-BA7A-B193-5588-905065CE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C5F1-E549-4778-99B4-BF7619D617F9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96B956-BEEC-C3CA-F32B-31B13E3E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856EE8-DFEA-16ED-82F7-9B3EF0497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B08F-880D-4847-BE9B-2D1E92392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143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63FF5-4D66-EC2D-2AA3-D0A9C5E5B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B8D51A-6470-EE32-7836-62D13BF84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B76B61-85DD-F5A8-F992-B928869B3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C5F1-E549-4778-99B4-BF7619D617F9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F984F9-852C-47EB-0603-89880F9E8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B7252-4351-908B-1FEC-6D74F233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B08F-880D-4847-BE9B-2D1E92392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6812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1DA0FD-99D6-2EAA-39BA-F2BCF2EF1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C56952-F1DA-DEF6-3C55-0FAF813E8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7A5822-8DB3-E933-C1CA-EA413AD8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C5F1-E549-4778-99B4-BF7619D617F9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93534D-2D46-B72A-DB00-F1E674472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7D13BB-AA1D-B2A9-BFFF-A04B1FCB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B08F-880D-4847-BE9B-2D1E92392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12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3C9971-970D-5B3E-E781-BEC420C4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38320E-D2FF-BDBE-F780-0610C6187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BC1D15-478A-6C45-F136-6D467C940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2C867D-85A6-7BBC-20BE-00DDD7AA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C5F1-E549-4778-99B4-BF7619D617F9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4996D6-1947-42D7-052B-E1FD41088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E5259-3621-3DA1-A0E9-A84E4CD28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B08F-880D-4847-BE9B-2D1E92392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524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B250C4-6014-AE00-6DE3-2C872127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E539EC-A8EF-B528-B581-ADA501E04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A19FAB4-3ADE-E952-E3DB-5C50D5E85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77661D3-539C-C322-47B3-9B4F89F0E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345002B-F80E-60BE-8488-7DED19330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F44D2-568A-F372-CC0D-8ADBA48B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C5F1-E549-4778-99B4-BF7619D617F9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CDB91DE-4961-BD08-ECE8-54E864D8C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A893982-2D49-43CA-05FC-E95A7ADE9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B08F-880D-4847-BE9B-2D1E92392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52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A0DAFD-A6D4-62E0-6F6D-07EEE2EE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6AD8C0-8E92-3853-8D46-4D60F69E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C5F1-E549-4778-99B4-BF7619D617F9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87AB8C-3093-8527-E3EF-95254B95D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8FD1C62-9992-1F17-3C2C-E2B77B7B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B08F-880D-4847-BE9B-2D1E92392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079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A4220B6-C516-FA4D-664D-2CB5EF9E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C5F1-E549-4778-99B4-BF7619D617F9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10C579B-1598-E380-5D5B-7A3D70672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2EA5D4-32EC-3203-F614-298335C1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B08F-880D-4847-BE9B-2D1E92392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5213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88D7EE-441E-E738-CC88-92D6488A5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22E230-35B5-A648-B712-F3048D0DD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2ACC03-294F-820A-DF92-A10FB7783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FFF5F8-80CB-BBC1-88A9-0B183F44E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C5F1-E549-4778-99B4-BF7619D617F9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7A0D0AC-C43C-B62A-4739-79D455ED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7EC545-3CD5-C568-6955-19532C36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B08F-880D-4847-BE9B-2D1E92392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071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F53F7F-42AF-967A-BDE3-EF592791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20C985A-E34E-2628-45C9-5124D5C6245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8110A5-837F-A630-B354-D39B83E72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405AB5-3034-5C2A-59FA-0668C6335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C5F1-E549-4778-99B4-BF7619D617F9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D41296-3DCD-71F6-7D3B-9BE4BE163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D99614-6F64-5AC7-8555-A49C8C1C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B08F-880D-4847-BE9B-2D1E92392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4115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FCAC93-33A4-EB2A-E3C6-9721E542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754A0A2-3E25-8241-A99B-6D3FC32EE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D96CEF-96A9-C0B0-9CE9-96155300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C5F1-E549-4778-99B4-BF7619D617F9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5E4ADB-C605-604D-34CE-E701C929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4CBC1F-8AF4-4A22-7EE9-21B31A70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B08F-880D-4847-BE9B-2D1E92392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382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53327B3-0E6A-C97F-0A6F-3DBBB50C7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46D3E9-46A7-B4B9-C00F-834506BD6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A2EDF9-93A9-5612-19F5-094F7500E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C5F1-E549-4778-99B4-BF7619D617F9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40EA61-1E75-35FB-336A-F2D989EE3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F7A3D5-0D02-4D8D-D893-D873A3D3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B08F-880D-4847-BE9B-2D1E92392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468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9F1BA53-E7FE-797D-6935-2B82602FE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563353-5AAB-7BAC-2885-C8823F5EB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49F9C6-EDE2-0FAD-6907-5C0FAF63E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6AC5F1-E549-4778-99B4-BF7619D617F9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40C301-9BE5-5462-9B72-CE147066A9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13792F-86E5-3ABC-27EA-8464D0F7E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6B08F-880D-4847-BE9B-2D1E92392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555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9242F">
                <a:lumMod val="100000"/>
                <a:alpha val="25000"/>
              </a:srgbClr>
            </a:gs>
            <a:gs pos="100000">
              <a:srgbClr val="812B6D">
                <a:lumMod val="100000"/>
                <a:alpha val="25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E4865D3-6264-195E-2019-D639FA021906}"/>
              </a:ext>
            </a:extLst>
          </p:cNvPr>
          <p:cNvSpPr txBox="1"/>
          <p:nvPr/>
        </p:nvSpPr>
        <p:spPr>
          <a:xfrm>
            <a:off x="2510180" y="744262"/>
            <a:ext cx="717164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b="1" dirty="0">
                <a:solidFill>
                  <a:srgbClr val="812B6D"/>
                </a:solidFill>
              </a:rPr>
              <a:t>MA PROPOSITION DE PROJET PERSONNEL</a:t>
            </a:r>
          </a:p>
          <a:p>
            <a:pPr algn="ctr"/>
            <a:r>
              <a:rPr lang="fr-FR" b="1" i="1" dirty="0">
                <a:solidFill>
                  <a:srgbClr val="812B6D"/>
                </a:solidFill>
              </a:rPr>
              <a:t>Gare Mulhouse-Lutterbach TGV et tram-train Mulhouse–Guebwiller</a:t>
            </a:r>
            <a:endParaRPr lang="fr-FR" sz="2400" dirty="0">
              <a:solidFill>
                <a:srgbClr val="812B6D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7C6A7CF-3A1B-8E50-2F38-A0C6BF95F4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052" y="1960126"/>
            <a:ext cx="5255895" cy="39420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8DD205-8762-6FBF-E8FD-75B7C92AE93D}"/>
              </a:ext>
            </a:extLst>
          </p:cNvPr>
          <p:cNvSpPr/>
          <p:nvPr/>
        </p:nvSpPr>
        <p:spPr>
          <a:xfrm flipH="1">
            <a:off x="0" y="-4840"/>
            <a:ext cx="12192001" cy="360000"/>
          </a:xfrm>
          <a:prstGeom prst="rect">
            <a:avLst/>
          </a:prstGeom>
          <a:solidFill>
            <a:srgbClr val="812B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22A513-5817-FFB2-CF16-F58E84ED08FA}"/>
              </a:ext>
            </a:extLst>
          </p:cNvPr>
          <p:cNvSpPr/>
          <p:nvPr/>
        </p:nvSpPr>
        <p:spPr>
          <a:xfrm rot="19933518">
            <a:off x="-1842369" y="-217546"/>
            <a:ext cx="4335418" cy="1145413"/>
          </a:xfrm>
          <a:prstGeom prst="rect">
            <a:avLst/>
          </a:prstGeom>
          <a:solidFill>
            <a:srgbClr val="DF24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77874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Grand écran</PresentationFormat>
  <Paragraphs>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Clément Rupert</dc:creator>
  <cp:lastModifiedBy>Clément Rupert</cp:lastModifiedBy>
  <cp:revision>1</cp:revision>
  <dcterms:created xsi:type="dcterms:W3CDTF">2026-10-15T14:12:57Z</dcterms:created>
  <dcterms:modified xsi:type="dcterms:W3CDTF">2026-10-15T14:13:07Z</dcterms:modified>
</cp:coreProperties>
</file>